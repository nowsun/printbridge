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rels" ContentType="application/vnd.openxmlformats-package.relationship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2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13" r:id="rId3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 userDrawn="1">
          <p15:clr>
            <a:srgbClr val="A4A3A4"/>
          </p15:clr>
        </p15:guide>
        <p15:guide id="2" pos="2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0"/>
    <p:restoredTop sz="0"/>
  </p:normalViewPr>
  <p:slideViewPr>
    <p:cSldViewPr showGuides="1">
      <p:cViewPr varScale="1">
        <p:scale>
          <a:sx n="99" d="100"/>
          <a:sy n="99" d="100"/>
        </p:scale>
        <p:origin x="84" y="306"/>
      </p:cViewPr>
      <p:guideLst>
        <p:guide orient="horz" pos="2156"/>
        <p:guide pos="29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2.xml"/><Relationship Id="rId8" Type="http://schemas.openxmlformats.org/officeDocument/2006/relationships/customXml" Target="../customXml/item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gs" Target="tags/tag22.xml"/><Relationship Id="rId26" Type="http://schemas.openxmlformats.org/officeDocument/2006/relationships/customXml" Target="../customXml/item19.xml"/><Relationship Id="rId25" Type="http://schemas.openxmlformats.org/officeDocument/2006/relationships/customXml" Target="../customXml/item18.xml"/><Relationship Id="rId24" Type="http://schemas.openxmlformats.org/officeDocument/2006/relationships/customXml" Target="../customXml/item17.xml"/><Relationship Id="rId23" Type="http://schemas.openxmlformats.org/officeDocument/2006/relationships/customXml" Target="../customXml/item16.xml"/><Relationship Id="rId22" Type="http://schemas.openxmlformats.org/officeDocument/2006/relationships/customXml" Target="../customXml/item15.xml"/><Relationship Id="rId21" Type="http://schemas.openxmlformats.org/officeDocument/2006/relationships/customXml" Target="../customXml/item14.xml"/><Relationship Id="rId20" Type="http://schemas.openxmlformats.org/officeDocument/2006/relationships/customXml" Target="../customXml/item13.xml"/><Relationship Id="rId2" Type="http://schemas.openxmlformats.org/officeDocument/2006/relationships/theme" Target="theme/theme1.xml"/><Relationship Id="rId19" Type="http://schemas.openxmlformats.org/officeDocument/2006/relationships/customXml" Target="../customXml/item12.xml"/><Relationship Id="rId18" Type="http://schemas.openxmlformats.org/officeDocument/2006/relationships/customXml" Target="../customXml/item11.xml"/><Relationship Id="rId17" Type="http://schemas.openxmlformats.org/officeDocument/2006/relationships/customXml" Target="../customXml/item10.xml"/><Relationship Id="rId16" Type="http://schemas.openxmlformats.org/officeDocument/2006/relationships/customXml" Target="../customXml/item9.xml"/><Relationship Id="rId15" Type="http://schemas.openxmlformats.org/officeDocument/2006/relationships/customXml" Target="../customXml/item8.xml"/><Relationship Id="rId14" Type="http://schemas.openxmlformats.org/officeDocument/2006/relationships/customXml" Target="../customXml/item7.xml"/><Relationship Id="rId13" Type="http://schemas.openxmlformats.org/officeDocument/2006/relationships/customXml" Target="../customXml/item6.xml"/><Relationship Id="rId12" Type="http://schemas.openxmlformats.org/officeDocument/2006/relationships/customXml" Target="../customXml/item5.xml"/><Relationship Id="rId11" Type="http://schemas.openxmlformats.org/officeDocument/2006/relationships/customXml" Target="../customXml/item4.xml"/><Relationship Id="rId10" Type="http://schemas.openxmlformats.org/officeDocument/2006/relationships/customXml" Target="../customXml/item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76A5E9-EE96-4946-82E1-7D00DA5CFE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52BD36-9995-4EEA-A603-390A09879D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9668564-74F7-4AAA-9C4A-0794EF83769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3390B53-5FA8-4F42-883D-45FB49921C5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61E39E-5293-4C7F-92E4-2196D768DF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83D528B4-2396-47E9-911B-E5E21E7FF13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99B1DC3A-CFD7-40E1-AB73-BFA86682D0A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F06E18A8-2E41-4E0C-967A-42A19492854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D6EF320C-B25F-45D7-9A08-04D07E3CC3E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37806047-66C5-4645-B9A3-C6D218BB62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25710BD6-4430-4D73-930C-94CF06071D8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A47E536-1DDA-434F-BD25-86C2D9114B0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B2A216D-FCC8-41FF-8F48-F8800081F11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段文本_1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1219200" y="2590800"/>
            <a:ext cx="9753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1219200" y="3352800"/>
            <a:ext cx="9753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单击此处添加正文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38200" y="1143000"/>
            <a:ext cx="8462645" cy="22256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>
                <a:highlight>
                  <a:srgbClr val="FFFF00"/>
                </a:highlight>
              </a:rPr>
              <a:t>PrintBridge Print </a:t>
            </a:r>
            <a:r>
              <a:rPr lang="en-US" altLang="zh-CN" sz="4800">
                <a:highlight>
                  <a:srgbClr val="FFFF00"/>
                </a:highlight>
              </a:rPr>
              <a:t>PPTX Test!</a:t>
            </a:r>
            <a:endParaRPr lang="en-US" altLang="zh-CN" sz="480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525c5d7b35515ba1cbd9e9826071bb902808a8"/>
  <p:tag name="KSO_WM_NEWLAYOUT_ID" val="10"/>
</p:tagLst>
</file>

<file path=ppt/tags/tag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22.xml><?xml version="1.0" encoding="utf-8"?>
<p:tagLst xmlns:p="http://schemas.openxmlformats.org/presentationml/2006/main">
  <p:tag name="TAG_AIGCCREATORID" val="AIGC生成内容仅供参考-2025/10/21 9:34:49"/>
  <p:tag name="TAG_CHATPAGE_CATALOG" val="项目背景与核心价值、系统架构与技术方案、实施进展与成果展示、创新亮点与竞争优势、未来规划与发展展望"/>
  <p:tag name="TAG_PPT_THEMETITLE" val="SRM系统答辩：构建数字化采购新生态"/>
  <p:tag name="TAG_PPT_THEMEWORD" val="SRM系统答辩：构建数字化采购新生态"/>
  <p:tag name="TAG_PRESENTATION_STYLE" val="科技"/>
  <p:tag name="TAG_PRESENTATION_TEMPLATE" val="{&quot;image&quot;:&quot;&quot;,&quot;sub_images&quot;:[],&quot;title&quot;:&quot;&quot;,&quot;style&quot;:&quot;科技&quot;,&quot;template_type&quot;:&quot;矢量&quot;,&quot;isVector&quot;:true,&quot;color&quot;:&quot;青色&quot;,&quot;colorList&quot;:[&quot;#FFFFFF&quot;,&quot;#002118&quot;,&quot;#FFFFFF&quot;,&quot;#FCFEFE&quot;,&quot;#2BBAA7&quot;,&quot;#72efdd&quot;,&quot;#48bfe3&quot;,&quot;#F8FFAE&quot;,&quot;#b2f7ef&quot;,&quot;#00B2FF&quot;,&quot;#2BBAA7&quot;,&quot;#72efdd&quot;],&quot;scene&quot;:&quot;&quot;,&quot;group&quot;:&quot;group_9&quot;,&quot;cover_id&quot;:&quot;wtRjz9mDSNbE&quot;,&quot;end_id&quot;:&quot;zrsSvEk2Pkxn&quot;,&quot;catalog_id&quot;:&quot;AcF49wqEntsB&quot;,&quot;chapter_id&quot;:&quot;Gpuxw3kcgTnJ&quot;,&quot;content_ids&quot;:[],&quot;picture_url&quot;:&quot;&quot;,&quot;isuse&quot;:false,&quot;theme_colors&quot;:[],&quot;company&quot;:&quot;&quot;,&quot;logo_left&quot;:false,&quot;logoLight&quot;:&quot;&quot;,&quot;logoDark&quot;:&quot;&quot;,&quot;school&quot;:&quot;&quot;,&quot;isCollect&quot;:false,&quot;data_id&quot;:&quot;&quot;,&quot;userName&quot;:&quot;&quot;,&quot;authorName&quot;:&quot;&quot;,&quot;json&quot;:&quot;&quot;,&quot;index&quot;:0}"/>
  <p:tag name="YOO_PROTECTION_DATA" val="\u007b\u0022\u0049\u0044\u0022\u003a\u0022\u0066\u0066\u0039\u0061\u0062\u0035\u0039\u0030\u0063\u0062\u0035\u0037\u0034\u0061\u0064\u0062\u0039\u0036\u0036\u0033\u0039\u0066\u0039\u0036\u0030\u0033\u0063\u0039\u0037\u0064\u0062\u0061\u0022\u002c\u0022\u0054\u0069\u006d\u0065\u0022\u003a\u0022\u0032\u0030\u0032\u0035\u002f\u0031\u0030\u002f\u0032\u0031\u0020\u0030\u0039\u003a\u0033\u0035\u003a\u0031\u0034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002118"/>
      </a:lt1>
      <a:dk2>
        <a:srgbClr val="FFFFFF"/>
      </a:dk2>
      <a:lt2>
        <a:srgbClr val="FCFEFE"/>
      </a:lt2>
      <a:accent1>
        <a:srgbClr val="2BBAA7"/>
      </a:accent1>
      <a:accent2>
        <a:srgbClr val="72EFDD"/>
      </a:accent2>
      <a:accent3>
        <a:srgbClr val="48BFE3"/>
      </a:accent3>
      <a:accent4>
        <a:srgbClr val="F8FFAE"/>
      </a:accent4>
      <a:accent5>
        <a:srgbClr val="B2F7EF"/>
      </a:accent5>
      <a:accent6>
        <a:srgbClr val="00B2FF"/>
      </a:accent6>
      <a:hlink>
        <a:srgbClr val="2BBAA7"/>
      </a:hlink>
      <a:folHlink>
        <a:srgbClr val="72EFDD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item1.xml><?xml version="1.0" encoding="utf-8"?>
<yoo_protection_data>\u007b\u0022\u0049\u0044\u0022\u003a\u0022\u0066\u0066\u0039\u0061\u0062\u0035\u0039\u0030\u0063\u0062\u0035\u0037\u0034\u0061\u0064\u0062\u0039\u0036\u0036\u0033\u0039\u0066\u0039\u0036\u0030\u0033\u0063\u0039\u0037\u0064\u0062\u0061\u0022\u002c\u0022\u0054\u0069\u006d\u0065\u0022\u003a\u0022\u0032\u0030\u0032\u0035\u002f\u0031\u0030\u002f\u0032\u0031\u0020\u0030\u0039\u003a\u0033\u0035\u003a\u0031\u0034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2.xml><?xml version="1.0" encoding="utf-8"?>
<yoo_protection_data>\u007b\u0022\u0049\u0044\u0022\u003a\u0022\u0066\u0066\u0039\u0061\u0062\u0035\u0039\u0030\u0063\u0062\u0035\u0037\u0034\u0061\u0064\u0062\u0039\u0036\u0036\u0033\u0039\u0066\u0039\u0036\u0030\u0033\u0063\u0039\u0037\u0064\u0062\u0061\u0022\u002c\u0022\u0054\u0069\u006d\u0065\u0022\u003a\u0022\u0032\u0030\u0032\u0035\u002f\u0031\u0030\u002f\u0032\u0031\u0020\u0030\u0039\u003a\u0033\u0035\u003a\u0031\u0034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3.xml><?xml version="1.0" encoding="utf-8"?>
<yoo_protection_data>\u007b\u0022\u0049\u0044\u0022\u003a\u0022\u0066\u0066\u0039\u0061\u0062\u0035\u0039\u0030\u0063\u0062\u0035\u0037\u0034\u0061\u0064\u0062\u0039\u0036\u0036\u0033\u0039\u0066\u0039\u0036\u0030\u0033\u0063\u0039\u0037\u0064\u0062\u0061\u0022\u002c\u0022\u0054\u0069\u006d\u0065\u0022\u003a\u0022\u0032\u0030\u0032\u0035\u002f\u0031\u0030\u002f\u0032\u0031\u0020\u0030\u0039\u003a\u0033\u0035\u003a\u0031\u0034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4.xml><?xml version="1.0" encoding="utf-8"?>
<yoo_protection_data>\u007b\u0022\u0049\u0044\u0022\u003a\u0022\u0066\u0066\u0039\u0061\u0062\u0035\u0039\u0030\u0063\u0062\u0035\u0037\u0034\u0061\u0064\u0062\u0039\u0036\u0036\u0033\u0039\u0066\u0039\u0036\u0030\u0033\u0063\u0039\u0037\u0064\u0062\u0061\u0022\u002c\u0022\u0054\u0069\u006d\u0065\u0022\u003a\u0022\u0032\u0030\u0032\u0035\u002f\u0031\u0030\u002f\u0032\u0031\u0020\u0030\u0039\u003a\u0033\u0035\u003a\u0031\u0034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5.xml><?xml version="1.0" encoding="utf-8"?>
<yoo_protection_data>\u007b\u0022\u0049\u0044\u0022\u003a\u0022\u0066\u0066\u0039\u0061\u0062\u0035\u0039\u0030\u0063\u0062\u0035\u0037\u0034\u0061\u0064\u0062\u0039\u0036\u0036\u0033\u0039\u0066\u0039\u0036\u0030\u0033\u0063\u0039\u0037\u0064\u0062\u0061\u0022\u002c\u0022\u0054\u0069\u006d\u0065\u0022\u003a\u0022\u0032\u0030\u0032\u0035\u002f\u0031\u0030\u002f\u0032\u0031\u0020\u0030\u0039\u003a\u0033\u0035\u003a\u0031\u0034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6.xml><?xml version="1.0" encoding="utf-8"?>
<yoo_protection_data>\u007b\u0022\u0049\u0044\u0022\u003a\u0022\u0066\u0066\u0039\u0061\u0062\u0035\u0039\u0030\u0063\u0062\u0035\u0037\u0034\u0061\u0064\u0062\u0039\u0036\u0036\u0033\u0039\u0066\u0039\u0036\u0030\u0033\u0063\u0039\u0037\u0064\u0062\u0061\u0022\u002c\u0022\u0054\u0069\u006d\u0065\u0022\u003a\u0022\u0032\u0030\u0032\u0035\u002f\u0031\u0030\u002f\u0032\u0031\u0020\u0030\u0039\u003a\u0033\u0035\u003a\u0031\u0034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7.xml><?xml version="1.0" encoding="utf-8"?>
<yoo_protection_data>\u007b\u0022\u0049\u0044\u0022\u003a\u0022\u0066\u0066\u0039\u0061\u0062\u0035\u0039\u0030\u0063\u0062\u0035\u0037\u0034\u0061\u0064\u0062\u0039\u0036\u0036\u0033\u0039\u0066\u0039\u0036\u0030\u0033\u0063\u0039\u0037\u0064\u0062\u0061\u0022\u002c\u0022\u0054\u0069\u006d\u0065\u0022\u003a\u0022\u0032\u0030\u0032\u0035\u002f\u0031\u0030\u002f\u0032\u0031\u0020\u0030\u0039\u003a\u0033\u0035\u003a\u0031\u0034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8.xml><?xml version="1.0" encoding="utf-8"?>
<yoo_protection_data>\u007b\u0022\u0049\u0044\u0022\u003a\u0022\u0066\u0066\u0039\u0061\u0062\u0035\u0039\u0030\u0063\u0062\u0035\u0037\u0034\u0061\u0064\u0062\u0039\u0036\u0036\u0033\u0039\u0066\u0039\u0036\u0030\u0033\u0063\u0039\u0037\u0064\u0062\u0061\u0022\u002c\u0022\u0054\u0069\u006d\u0065\u0022\u003a\u0022\u0032\u0030\u0032\u0035\u002f\u0031\u0030\u002f\u0032\u0031\u0020\u0030\u0039\u003a\u0033\u0035\u003a\u0031\u0034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9.xml><?xml version="1.0" encoding="utf-8"?>
<yoo_protection_data>\u007b\u0022\u0049\u0044\u0022\u003a\u0022\u0066\u0066\u0039\u0061\u0062\u0035\u0039\u0030\u0063\u0062\u0035\u0037\u0034\u0061\u0064\u0062\u0039\u0036\u0036\u0033\u0039\u0066\u0039\u0036\u0030\u0033\u0063\u0039\u0037\u0064\u0062\u0061\u0022\u002c\u0022\u0054\u0069\u006d\u0065\u0022\u003a\u0022\u0032\u0030\u0032\u0035\u002f\u0031\u0030\u002f\u0032\u0031\u0020\u0030\u0039\u003a\u0033\u0035\u003a\u0031\u0034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0.xml><?xml version="1.0" encoding="utf-8"?>
<yoo_protection_data>\u007b\u0022\u0049\u0044\u0022\u003a\u0022\u0066\u0066\u0039\u0061\u0062\u0035\u0039\u0030\u0063\u0062\u0035\u0037\u0034\u0061\u0064\u0062\u0039\u0036\u0036\u0033\u0039\u0066\u0039\u0036\u0030\u0033\u0063\u0039\u0037\u0064\u0062\u0061\u0022\u002c\u0022\u0054\u0069\u006d\u0065\u0022\u003a\u0022\u0032\u0030\u0032\u0035\u002f\u0031\u0030\u002f\u0032\u0031\u0020\u0030\u0039\u003a\u0033\u0035\u003a\u0031\u0034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1.xml><?xml version="1.0" encoding="utf-8"?>
<yoo_protection_data>\u007b\u0022\u0049\u0044\u0022\u003a\u0022\u0066\u0066\u0039\u0061\u0062\u0035\u0039\u0030\u0063\u0062\u0035\u0037\u0034\u0061\u0064\u0062\u0039\u0036\u0036\u0033\u0039\u0066\u0039\u0036\u0030\u0033\u0063\u0039\u0037\u0064\u0062\u0061\u0022\u002c\u0022\u0054\u0069\u006d\u0065\u0022\u003a\u0022\u0032\u0030\u0032\u0035\u002f\u0031\u0030\u002f\u0032\u0031\u0020\u0030\u0039\u003a\u0033\u0035\u003a\u0031\u0034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2.xml><?xml version="1.0" encoding="utf-8"?>
<yoo_protection_data>\u007b\u0022\u0049\u0044\u0022\u003a\u0022\u0066\u0066\u0039\u0061\u0062\u0035\u0039\u0030\u0063\u0062\u0035\u0037\u0034\u0061\u0064\u0062\u0039\u0036\u0036\u0033\u0039\u0066\u0039\u0036\u0030\u0033\u0063\u0039\u0037\u0064\u0062\u0061\u0022\u002c\u0022\u0054\u0069\u006d\u0065\u0022\u003a\u0022\u0032\u0030\u0032\u0035\u002f\u0031\u0030\u002f\u0032\u0031\u0020\u0030\u0039\u003a\u0033\u0035\u003a\u0031\u0034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3.xml><?xml version="1.0" encoding="utf-8"?>
<yoo_protection_data>\u007b\u0022\u0049\u0044\u0022\u003a\u0022\u0066\u0066\u0039\u0061\u0062\u0035\u0039\u0030\u0063\u0062\u0035\u0037\u0034\u0061\u0064\u0062\u0039\u0036\u0036\u0033\u0039\u0066\u0039\u0036\u0030\u0033\u0063\u0039\u0037\u0064\u0062\u0061\u0022\u002c\u0022\u0054\u0069\u006d\u0065\u0022\u003a\u0022\u0032\u0030\u0032\u0035\u002f\u0031\u0030\u002f\u0032\u0031\u0020\u0030\u0039\u003a\u0033\u0035\u003a\u0031\u0034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4.xml><?xml version="1.0" encoding="utf-8"?>
<yoo_protection_data>\u007b\u0022\u0049\u0044\u0022\u003a\u0022\u0066\u0066\u0039\u0061\u0062\u0035\u0039\u0030\u0063\u0062\u0035\u0037\u0034\u0061\u0064\u0062\u0039\u0036\u0036\u0033\u0039\u0066\u0039\u0036\u0030\u0033\u0063\u0039\u0037\u0064\u0062\u0061\u0022\u002c\u0022\u0054\u0069\u006d\u0065\u0022\u003a\u0022\u0032\u0030\u0032\u0035\u002f\u0031\u0030\u002f\u0032\u0031\u0020\u0030\u0039\u003a\u0033\u0035\u003a\u0031\u0034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5.xml><?xml version="1.0" encoding="utf-8"?>
<yoo_protection_data>\u007b\u0022\u0049\u0044\u0022\u003a\u0022\u0066\u0066\u0039\u0061\u0062\u0035\u0039\u0030\u0063\u0062\u0035\u0037\u0034\u0061\u0064\u0062\u0039\u0036\u0036\u0033\u0039\u0066\u0039\u0036\u0030\u0033\u0063\u0039\u0037\u0064\u0062\u0061\u0022\u002c\u0022\u0054\u0069\u006d\u0065\u0022\u003a\u0022\u0032\u0030\u0032\u0035\u002f\u0031\u0030\u002f\u0032\u0031\u0020\u0030\u0039\u003a\u0033\u0035\u003a\u0031\u0034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6.xml><?xml version="1.0" encoding="utf-8"?>
<yoo_protection_data>\u007b\u0022\u0049\u0044\u0022\u003a\u0022\u0066\u0066\u0039\u0061\u0062\u0035\u0039\u0030\u0063\u0062\u0035\u0037\u0034\u0061\u0064\u0062\u0039\u0036\u0036\u0033\u0039\u0066\u0039\u0036\u0030\u0033\u0063\u0039\u0037\u0064\u0062\u0061\u0022\u002c\u0022\u0054\u0069\u006d\u0065\u0022\u003a\u0022\u0032\u0030\u0032\u0035\u002f\u0031\u0030\u002f\u0032\u0031\u0020\u0030\u0039\u003a\u0033\u0035\u003a\u0031\u0034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7.xml><?xml version="1.0" encoding="utf-8"?>
<yoo_protection_data>\u007b\u0022\u0049\u0044\u0022\u003a\u0022\u0066\u0066\u0039\u0061\u0062\u0035\u0039\u0030\u0063\u0062\u0035\u0037\u0034\u0061\u0064\u0062\u0039\u0036\u0036\u0033\u0039\u0066\u0039\u0036\u0030\u0033\u0063\u0039\u0037\u0064\u0062\u0061\u0022\u002c\u0022\u0054\u0069\u006d\u0065\u0022\u003a\u0022\u0032\u0030\u0032\u0035\u002f\u0031\u0030\u002f\u0032\u0031\u0020\u0030\u0039\u003a\u0033\u0035\u003a\u0031\u0034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8.xml><?xml version="1.0" encoding="utf-8"?>
<yoo_protection_data>\u007b\u0022\u0049\u0044\u0022\u003a\u0022\u0066\u0066\u0039\u0061\u0062\u0035\u0039\u0030\u0063\u0062\u0035\u0037\u0034\u0061\u0064\u0062\u0039\u0036\u0036\u0033\u0039\u0066\u0039\u0036\u0030\u0033\u0063\u0039\u0037\u0064\u0062\u0061\u0022\u002c\u0022\u0054\u0069\u006d\u0065\u0022\u003a\u0022\u0032\u0030\u0032\u0035\u002f\u0031\u0030\u002f\u0032\u0031\u0020\u0030\u0039\u003a\u0033\u0035\u003a\u0031\u0034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19.xml><?xml version="1.0" encoding="utf-8"?>
<yoo_protection_data>\u007b\u0022\u0049\u0044\u0022\u003a\u0022\u0066\u0066\u0039\u0061\u0062\u0035\u0039\u0030\u0063\u0062\u0035\u0037\u0034\u0061\u0064\u0062\u0039\u0036\u0036\u0033\u0039\u0066\u0039\u0036\u0030\u0033\u0063\u0039\u0037\u0064\u0062\u0061\u0022\u002c\u0022\u0054\u0069\u006d\u0065\u0022\u003a\u0022\u0032\u0030\u0032\u0035\u002f\u0031\u0030\u002f\u0032\u0031\u0020\u0030\u0039\u003a\u0033\u0035\u003a\u0031\u0034\u0022\u002c\u0022\u0055\u0073\u0065\u0072\u0049\u0044\u0022\u003a\u0022\u0038\u0038\u0038\u0038\u0022\u002c\u0022\u0054\u0065\u0061\u006d\u0049\u0044\u0022\u003a\u0022\u0022\u002c\u0022\u0049\u0073\u0053\u0075\u0070\u0065\u0072\u0056\u0069\u0070\u0022\u003a\u0074\u0072\u0075\u0065\u002c\u0022\u0050\u0072\u006f\u0074\u0065\u0063\u0074\u0053\u0074\u0061\u0074\u0075\u0073\u0022\u003a\u0030\u007d</yoo_protection_data>
</file>

<file path=customXml/itemProps3.xml><?xml version="1.0" encoding="utf-8"?>
<ds:datastoreItem xmlns:ds="http://schemas.openxmlformats.org/officeDocument/2006/customXml" ds:itemID="{A7EEBB60-D0DB-4B2B-8B7A-75CFAF86CA59}">
  <ds:schemaRefs/>
</ds:datastoreItem>
</file>

<file path=customXml/itemProps4.xml><?xml version="1.0" encoding="utf-8"?>
<ds:datastoreItem xmlns:ds="http://schemas.openxmlformats.org/officeDocument/2006/customXml" ds:itemID="{DBB2509B-DE51-4C54-86DB-0EFBB5A7B361}">
  <ds:schemaRefs/>
</ds:datastoreItem>
</file>

<file path=customXml/itemProps5.xml><?xml version="1.0" encoding="utf-8"?>
<ds:datastoreItem xmlns:ds="http://schemas.openxmlformats.org/officeDocument/2006/customXml" ds:itemID="{760AB390-67E5-4F2A-B428-8DC175F399FC}">
  <ds:schemaRefs/>
</ds:datastoreItem>
</file>

<file path=customXml/itemProps6.xml><?xml version="1.0" encoding="utf-8"?>
<ds:datastoreItem xmlns:ds="http://schemas.openxmlformats.org/officeDocument/2006/customXml" ds:itemID="{EEBA27AC-AE03-4226-98E5-6B30E3A5330E}">
  <ds:schemaRefs/>
</ds:datastoreItem>
</file>

<file path=customXml/itemProps7.xml><?xml version="1.0" encoding="utf-8"?>
<ds:datastoreItem xmlns:ds="http://schemas.openxmlformats.org/officeDocument/2006/customXml" ds:itemID="{9C860BF5-DDA6-47BA-9E6C-8D65AD83865B}">
  <ds:schemaRefs/>
</ds:datastoreItem>
</file>

<file path=customXml/itemProps8.xml><?xml version="1.0" encoding="utf-8"?>
<ds:datastoreItem xmlns:ds="http://schemas.openxmlformats.org/officeDocument/2006/customXml" ds:itemID="{B820C198-0BC5-430B-9E3F-957C342D1371}">
  <ds:schemaRefs/>
</ds:datastoreItem>
</file>

<file path=customXml/itemProps9.xml><?xml version="1.0" encoding="utf-8"?>
<ds:datastoreItem xmlns:ds="http://schemas.openxmlformats.org/officeDocument/2006/customXml" ds:itemID="{970BA286-E52C-43B4-97EE-932A2E2D28BB}">
  <ds:schemaRefs/>
</ds:datastoreItem>
</file>

<file path=customXml/itemProps10.xml><?xml version="1.0" encoding="utf-8"?>
<ds:datastoreItem xmlns:ds="http://schemas.openxmlformats.org/officeDocument/2006/customXml" ds:itemID="{F292439D-F339-4D47-9AB7-01EFEDACAC9D}">
  <ds:schemaRefs/>
</ds:datastoreItem>
</file>

<file path=customXml/itemProps11.xml><?xml version="1.0" encoding="utf-8"?>
<ds:datastoreItem xmlns:ds="http://schemas.openxmlformats.org/officeDocument/2006/customXml" ds:itemID="{1D4FFD31-E838-453D-9F0B-09304E3861F4}">
  <ds:schemaRefs/>
</ds:datastoreItem>
</file>

<file path=customXml/itemProps12.xml><?xml version="1.0" encoding="utf-8"?>
<ds:datastoreItem xmlns:ds="http://schemas.openxmlformats.org/officeDocument/2006/customXml" ds:itemID="{E1024248-173B-41F1-92F6-C5A9ACC4E19F}">
  <ds:schemaRefs/>
</ds:datastoreItem>
</file>

<file path=customXml/itemProps13.xml><?xml version="1.0" encoding="utf-8"?>
<ds:datastoreItem xmlns:ds="http://schemas.openxmlformats.org/officeDocument/2006/customXml" ds:itemID="{3FEB0373-8410-4DFC-80D8-25F50FAE0C74}">
  <ds:schemaRefs/>
</ds:datastoreItem>
</file>

<file path=customXml/itemProps14.xml><?xml version="1.0" encoding="utf-8"?>
<ds:datastoreItem xmlns:ds="http://schemas.openxmlformats.org/officeDocument/2006/customXml" ds:itemID="{53F47EEF-005B-437F-8B1F-0C6794E29314}">
  <ds:schemaRefs/>
</ds:datastoreItem>
</file>

<file path=customXml/itemProps15.xml><?xml version="1.0" encoding="utf-8"?>
<ds:datastoreItem xmlns:ds="http://schemas.openxmlformats.org/officeDocument/2006/customXml" ds:itemID="{D2EA093D-CF84-4A94-B8BD-28429EC45A27}">
  <ds:schemaRefs/>
</ds:datastoreItem>
</file>

<file path=customXml/itemProps16.xml><?xml version="1.0" encoding="utf-8"?>
<ds:datastoreItem xmlns:ds="http://schemas.openxmlformats.org/officeDocument/2006/customXml" ds:itemID="{BCB112AF-C9FA-40CE-9869-4613A82CD916}">
  <ds:schemaRefs/>
</ds:datastoreItem>
</file>

<file path=customXml/itemProps17.xml><?xml version="1.0" encoding="utf-8"?>
<ds:datastoreItem xmlns:ds="http://schemas.openxmlformats.org/officeDocument/2006/customXml" ds:itemID="{75339CBB-C32B-47F9-8B8A-45267702CD15}">
  <ds:schemaRefs/>
</ds:datastoreItem>
</file>

<file path=customXml/itemProps18.xml><?xml version="1.0" encoding="utf-8"?>
<ds:datastoreItem xmlns:ds="http://schemas.openxmlformats.org/officeDocument/2006/customXml" ds:itemID="{CABBDF95-CD70-44ED-BE41-45E5FC34A2B1}">
  <ds:schemaRefs/>
</ds:datastoreItem>
</file>

<file path=customXml/itemProps19.xml><?xml version="1.0" encoding="utf-8"?>
<ds:datastoreItem xmlns:ds="http://schemas.openxmlformats.org/officeDocument/2006/customXml" ds:itemID="{282FA79A-BBE9-48A4-90D0-C97051A54B42}">
  <ds:schemaRefs/>
</ds:datastoreItem>
</file>

<file path=customXml/itemProps20.xml><?xml version="1.0" encoding="utf-8"?>
<ds:datastoreItem xmlns:ds="http://schemas.openxmlformats.org/officeDocument/2006/customXml" ds:itemID="{456FACD5-840D-4D4D-B273-891ECD98CD22}">
  <ds:schemaRefs/>
</ds:datastoreItem>
</file>

<file path=customXml/itemProps21.xml><?xml version="1.0" encoding="utf-8"?>
<ds:datastoreItem xmlns:ds="http://schemas.openxmlformats.org/officeDocument/2006/customXml" ds:itemID="{8914D23C-F005-4CAC-8C5A-9561C326B6A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Calibri</vt:lpstr>
      <vt:lpstr>微软雅黑</vt:lpstr>
      <vt:lpstr>Arial Unicode MS</vt:lpstr>
      <vt:lpstr>等线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AIGC生成内容仅供参考-2025/10/21 9:35:09</cp:keywords>
  <cp:lastModifiedBy>nowsun</cp:lastModifiedBy>
  <cp:revision>11</cp:revision>
  <cp:lastPrinted>2025-10-21T09:34:00Z</cp:lastPrinted>
  <dcterms:created xsi:type="dcterms:W3CDTF">2025-10-21T01:34:00Z</dcterms:created>
  <dcterms:modified xsi:type="dcterms:W3CDTF">2026-10-11T08:06:44Z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9C0F89D27F144A02839FE8A7863A498C_13</vt:lpwstr>
  </property>
  <property fmtid="{D5CDD505-2E9C-101B-9397-08002B2CF9AE}" pid="3" name="KSOProductBuildVer">
    <vt:lpwstr>2052-12.1.0.28488</vt:lpwstr>
  </property>
</Properties>
</file>